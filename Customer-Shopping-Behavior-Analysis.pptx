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Libre Baskerville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58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</vt:lpstr>
      <vt:lpstr>Libre Baskerville Light</vt:lpstr>
      <vt:lpstr>Libre Baskerville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kishan</dc:creator>
  <cp:lastModifiedBy>kishan patel</cp:lastModifiedBy>
  <cp:revision>1</cp:revision>
  <dcterms:created xsi:type="dcterms:W3CDTF">2025-10-14T02:52:14Z</dcterms:created>
  <dcterms:modified xsi:type="dcterms:W3CDTF">2026-09-28T09:30:38Z</dcterms:modified>
</cp:coreProperties>
</file>